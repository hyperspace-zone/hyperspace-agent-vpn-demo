
<file path=[Content_Types].xml><?xml version="1.0" encoding="utf-8"?>
<Types xmlns="http://schemas.openxmlformats.org/package/2006/content-types">
  <Default Extension="png" ContentType="image/png"/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2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9" autoAdjust="0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12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695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3" Type="http://schemas.openxmlformats.org/officeDocument/2006/relationships/image" Target="../media/image1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'1.0' encoding='utf-8'?>
<Relationships xmlns="http://schemas.openxmlformats.org/package/2006/relationships"><Relationship Id="rId3" Type="http://schemas.openxmlformats.org/officeDocument/2006/relationships/hyperlink" Target="https://github.com/garrytan/gstack" TargetMode="External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Relationship Id="rId6" Type="http://schemas.openxmlformats.org/officeDocument/2006/relationships/hyperlink" Target="https://x.com/mattytay" TargetMode="External" /><Relationship Id="rId5" Type="http://schemas.openxmlformats.org/officeDocument/2006/relationships/hyperlink" Target="https://arena.colosseum.org/hackathon/hall-of-fame" TargetMode="External" /><Relationship Id="rId4" Type="http://schemas.openxmlformats.org/officeDocument/2006/relationships/hyperlink" Target="https://colosseum.com/copilot" TargetMode="External" /><Relationship Id="rId7" Type="http://schemas.openxmlformats.org/officeDocument/2006/relationships/image" Target="../media/hyperspace-agent-vpn-demo-qr.png" /><Relationship Id="rId8" Type="http://schemas.openxmlformats.org/officeDocument/2006/relationships/hyperlink" Target="https://github.com/hyperspace-zone/hyperspace-agent-vpn-demo/tree/main" TargetMode="Externa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2124075"/>
            <a:ext cx="5715000" cy="9001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850000"/>
            <a:ext cx="51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4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Hyperspace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900000"/>
            <a:ext cx="5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Pay-as-you-go VPN paths for AI agents</a:t>
            </a:r>
            <a:endParaRPr lang="en-US" sz="1280" dirty="0"/>
          </a:p>
        </p:txBody>
      </p:sp>
      <p:sp>
        <p:nvSpPr>
          <p:cNvPr id="5" name="Text 3"/>
          <p:cNvSpPr/>
          <p:nvPr/>
        </p:nvSpPr>
        <p:spPr>
          <a:xfrm>
            <a:off x="609600" y="4533900"/>
            <a:ext cx="75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https://hyperspace.zone | gatekeepers@hyperspace.zone | @yadren_a</a:t>
            </a:r>
            <a:endParaRPr lang="en-US" sz="1050" dirty="0"/>
          </a:p>
        </p:txBody>
      </p:sp>
      <p:pic>
        <p:nvPicPr>
          <p:cNvPr id="6" name="Hyperspac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000" y="1450000"/>
            <a:ext cx="2300000" cy="23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market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already buy APIs and compute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Network access still requires human signup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VPNs are subscriptions, not resources</a:t>
            </a:r>
            <a:endParaRPr lang="en-US" sz="1080" dirty="0"/>
          </a:p>
        </p:txBody>
      </p:sp>
      <p:sp>
        <p:nvSpPr>
          <p:cNvPr id="3" name="Text 1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now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pay.sh makes paid resources discoverable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MPP / HTTP 402 turns payment into protocol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DoubleZero makes low-jitter routes worth selling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609600" y="4200000"/>
            <a:ext cx="365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Sources: pay.sh, MPP / HTTP 402, DoubleZero, WireGuard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5067300" y="4200000"/>
            <a:ext cx="35000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5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Thesis: connectivity becomes a priced HTTP resource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insights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Hosted agent platforms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and crawler agents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Automation tools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RPC and indexer workflows</a:t>
            </a:r>
            <a:endParaRPr lang="en-US" sz="1080" dirty="0"/>
          </a:p>
        </p:txBody>
      </p:sp>
      <p:sp>
        <p:nvSpPr>
          <p:cNvPr id="4" name="Text 2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Needs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Reliable isolated egress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Low-jitter paths for long tasks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Caps, top-ups and revocation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human signup or subscription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4250000"/>
            <a:ext cx="7924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Insight: agents need network access that software can buy, cap, top up and revoke.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software needs network access, but VPNs are built for humans.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Signup, cards and dashboards block agents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accounts are hard to cap or revoke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Best-effort internet routes create jitter</a:t>
            </a:r>
            <a:endParaRPr lang="en-US" sz="1060" dirty="0"/>
          </a:p>
        </p:txBody>
      </p:sp>
      <p:sp>
        <p:nvSpPr>
          <p:cNvPr id="4" name="Text 2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</a:t>
            </a:r>
            <a:endParaRPr lang="en-US" sz="112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 can pay for APIs, but cannot reliably buy the network path required to use them.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79248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Hyperspace turns connectivity into a paid API call.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endpoint in pay-skills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 MPP / HTTP 402 payment challenge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USDC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a prepaid WireGuard config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Meter, top up or revoke the session</a:t>
            </a:r>
            <a:endParaRPr lang="en-US" sz="10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overview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79248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-&gt; pay.sh gateway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MPP / HTTP 402 challenge -&gt; Solana SPL USDC payment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Hyperspace API -&gt; control plane -&gt; gate agents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WireGuard routes traffic over DoubleZero-optimized paths</a:t>
            </a:r>
            <a:endParaRPr lang="en-US" sz="10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Metering records time, bandwidth, top-ups and revoke state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Competitors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79248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different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Traditional VPNs: human signup and subscriptions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proxies: HTTP-only, weak full-tunnel coverage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WireGuard: ops burden, no payment API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Hyperspace: agent-paid prepaid WireGuard with route health and DoubleZero paths</a:t>
            </a:r>
            <a:endParaRPr lang="en-US" sz="10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stage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now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UI + customer API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 plane + gate agents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London / Helsinki / Stavanger staging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issue, download and revoke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 MPP payment smoke test</a:t>
            </a:r>
            <a:endParaRPr lang="en-US" sz="1060" dirty="0"/>
          </a:p>
        </p:txBody>
      </p:sp>
      <p:sp>
        <p:nvSpPr>
          <p:cNvPr id="4" name="Text 2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Byte-level enforcement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pay.sh listing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gates and route SLAs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Long-running agent sessions</a:t>
            </a:r>
            <a:endParaRPr lang="en-US" sz="10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Andrey Manolov</a:t>
            </a:r>
            <a:endParaRPr lang="en-US" sz="122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 &amp; CTO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 years building products; Solana since 2022</a:t>
            </a:r>
            <a:endParaRPr lang="en-US" sz="9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Cambrian Deputy CEO, 05.2024-07.2025</a:t>
            </a:r>
            <a:endParaRPr lang="en-US" sz="9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Solana restaking devtools: pre-seed, pivot, Rust/CPO hiring</a:t>
            </a:r>
            <a:endParaRPr lang="en-US" sz="9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Jito/Solayer/Fragmetric/KyrosFi partnerships; 2 pilots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stakr.space</a:t>
            </a:r>
            <a:endParaRPr lang="en-US" sz="122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1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Solana validator since 2021</a:t>
            </a:r>
            <a:endParaRPr lang="en-US" sz="110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04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Telegram: @stakrspace</a:t>
            </a:r>
            <a:endParaRPr lang="en-US" sz="104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Validator and node infrastructure</a:t>
            </a:r>
            <a:endParaRPr lang="en-US" sz="9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operations, Linux networking and monitoring</a:t>
            </a:r>
            <a:endParaRPr lang="en-US" sz="98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 for Solana and Hyperspace infra</a:t>
            </a:r>
            <a:endParaRPr lang="en-US" sz="9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 name="Slide 1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7924800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Project: Hyperspace</a:t>
            </a:r>
            <a:endParaRPr lang="en-US" sz="112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Website: https://hyperspace.zone</a:t>
            </a:r>
            <a:endParaRPr lang="en-US" sz="108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gatekeepers@hyperspace.zone</a:t>
            </a:r>
            <a:endParaRPr lang="en-US" sz="1080" dirty="0"/>
          </a:p>
          <a:p>
            <a:pPr marL="0" indent="0" algn="l">
              <a:lnSpc>
                <a:spcPts val="1450"/>
              </a:lnSpc>
              <a:buNone/>
            </a:pPr>
            <a:r>
              <a:rPr lang="en-US" sz="108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Telegram: @yadren_a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30000"/>
            <a:ext cx="79248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80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proof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600" y="1500000"/>
            <a:ext cx="39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Payment smoke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Mainnet-beta payment confirmed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paid 0.000001 USDC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 wallet received funds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WireGuard config issued and revoked</a:t>
            </a:r>
            <a:endParaRPr lang="en-US" sz="1060" dirty="0"/>
          </a:p>
        </p:txBody>
      </p:sp>
      <p:sp>
        <p:nvSpPr>
          <p:cNvPr id="4" name="Text 2"/>
          <p:cNvSpPr/>
          <p:nvPr/>
        </p:nvSpPr>
        <p:spPr>
          <a:xfrm>
            <a:off x="5067300" y="1500000"/>
            <a:ext cx="3600000" cy="2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2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SVG -&gt; LON outcomes</a:t>
            </a:r>
            <a:endParaRPr lang="en-US" sz="112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185.97.160.8:443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p95: 98.535 -&gt; 33.007 ms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stddev jitter: 23.400 -&gt; 0.206 ms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abs delta: 19.316 -&gt; 0.209 ms</a:t>
            </a:r>
            <a:endParaRPr lang="en-US" sz="106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060" kern="0" spc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median: 29.054 -&gt; 32.599 ms</a:t>
            </a:r>
            <a:endParaRPr lang="en-US" sz="1060" dirty="0"/>
          </a:p>
        </p:txBody>
      </p:sp>
      <p:sp>
        <p:nvSpPr>
          <p:cNvPr id="5" name="Demo repository link"/>
          <p:cNvSpPr txBox="1"/>
          <p:nvPr/>
        </p:nvSpPr>
        <p:spPr>
          <a:xfrm>
            <a:off x="609600" y="4430000"/>
            <a:ext cx="6600000" cy="3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en-US" sz="820" b="1" kern="0" dirty="0">
                <a:solidFill>
                  <a:srgbClr val="FFFFFF"/>
                </a:solidFill>
                <a:latin typeface="Inter" pitchFamily="34" charset="0"/>
                <a:hlinkClick r:id="rId8"/>
              </a:rPr>
              <a:t>Demo repo: https://github.com/hyperspace-zone/hyperspace-agent-vpn-demo/tree/main</a:t>
            </a:r>
            <a:endParaRPr lang="en-US" sz="820" dirty="0"/>
          </a:p>
        </p:txBody>
      </p:sp>
      <p:pic>
        <p:nvPicPr>
          <p:cNvPr id="6" name="Demo repository Q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0000" y="3880000"/>
            <a:ext cx="760000" cy="7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On-screen Show (16:9)</PresentationFormat>
  <Paragraphs>58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Andrey Ilich Manolov</cp:lastModifiedBy>
  <cp:revision>2</cp:revision>
  <dcterms:created xsi:type="dcterms:W3CDTF">2026-05-12T06:06:47Z</dcterms:created>
  <dcterms:modified xsi:type="dcterms:W3CDTF">2026-05-12T06:08:31Z</dcterms:modified>
</cp:coreProperties>
</file>