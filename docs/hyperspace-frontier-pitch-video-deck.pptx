
<file path=[Content_Types].xml><?xml version="1.0" encoding="utf-8"?>
<Types xmlns="http://schemas.openxmlformats.org/package/2006/content-types">
  <Default Extension="png" ContentType="image/png"/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ns2="http://schemas.openxmlformats.org/drawingml/2006/main" xmlns:ns3="http://schemas.microsoft.com/office/powerpoint/2012/main" xmlns:p="http://schemas.openxmlformats.org/presentationml/2006/main" xmlns:r="http://schemas.openxmlformats.org/officeDocument/2006/relationships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9" r:id="rId5"/>
    <p:sldId id="260" r:id="rId6"/>
    <p:sldId id="261" r:id="rId7"/>
    <p:sldId id="263" r:id="rId9"/>
    <p:sldId id="264" r:id="rId10"/>
    <p:sldId id="265" r:id="rId11"/>
    <p:sldId id="257" r:id="rId3"/>
    <p:sldId id="258" r:id="rId4"/>
    <p:sldId id="262" r:id="rId8"/>
    <p:sldId id="266" r:id="rId12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</p:embeddedFontLst>
  <p:defaultTextStyle>
    <ns2:lvl1pPr marL="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9144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  <p:extLst>
    <p:ext uri="{EFAFB233-063F-42B5-8137-9DF3F51BA10A}">
      <ns3:sld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126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5695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2" Type="http://schemas.openxmlformats.org/officeDocument/2006/relationships/notesSlide" Target="../notesSlides/notesSlide1.xml" /><Relationship Id="rId1" Type="http://schemas.openxmlformats.org/officeDocument/2006/relationships/slideLayout" Target="../slideLayouts/slideLayout1.xml" /><Relationship Id="rId3" Type="http://schemas.openxmlformats.org/officeDocument/2006/relationships/image" Target="../media/image1.png" 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arrytan/gstac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mattytay" TargetMode="External"/><Relationship Id="rId5" Type="http://schemas.openxmlformats.org/officeDocument/2006/relationships/hyperlink" Target="https://arena.colosseum.org/hackathon/hall-of-fame" TargetMode="External"/><Relationship Id="rId4" Type="http://schemas.openxmlformats.org/officeDocument/2006/relationships/hyperlink" Target="https://colosseum.com/copilo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9600" y="2124075"/>
            <a:ext cx="5715000" cy="900113"/>
          </a:xfrm>
          <a:prstGeom prst="rect">
            <a:avLst/>
          </a:prstGeom>
          <a:noFill/>
          <a:ln/>
        </p:spPr>
      </p:sp>
      <p:sp>
        <p:nvSpPr>
          <p:cNvPr id="3" name="Text 1"/>
          <p:cNvSpPr/>
          <p:nvPr/>
        </p:nvSpPr>
        <p:spPr>
          <a:xfrm>
            <a:off x="609600" y="1850000"/>
            <a:ext cx="510000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4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09600" y="2900000"/>
            <a:ext cx="52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Pay-as-you-go VPN paths for AI agents</a:t>
            </a:r>
            <a:endParaRPr lang="en-US" sz="1280" dirty="0"/>
          </a:p>
        </p:txBody>
      </p:sp>
      <p:sp>
        <p:nvSpPr>
          <p:cNvPr id="5" name="Text 3"/>
          <p:cNvSpPr/>
          <p:nvPr/>
        </p:nvSpPr>
        <p:spPr>
          <a:xfrm>
            <a:off x="609600" y="4533900"/>
            <a:ext cx="75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https://hyperspace.zone | gatekeepers@hyperspace.zone | @yadren_a</a:t>
            </a:r>
            <a:endParaRPr lang="en-US" sz="1050" dirty="0"/>
          </a:p>
        </p:txBody>
      </p:sp>
      <p:pic>
        <p:nvPicPr>
          <p:cNvPr id="6" name="Hyperspace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000" y="1450000"/>
            <a:ext cx="2300000" cy="23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market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already buy APIs and compute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 access still requires human signup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VPNs are subscriptions, not resources</a:t>
            </a:r>
            <a:endParaRPr lang="en-US" sz="1080" dirty="0"/>
          </a:p>
        </p:txBody>
      </p:sp>
      <p:sp>
        <p:nvSpPr>
          <p:cNvPr id="3" name="Text 1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pay.sh makes paid resources discoverable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turns payment into protocol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DoubleZero makes low-jitter routes worth selling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609600" y="4200000"/>
            <a:ext cx="365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pay.sh, MPP / HTTP 402, DoubleZero, WireGuard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67300" y="4200000"/>
            <a:ext cx="3500000" cy="5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5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Thesis: connectivity becomes a priced HTTP resource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Hosted agent platforms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and crawler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 tools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RPC and indexer workflows</a:t>
            </a:r>
            <a:endParaRPr lang="en-US" sz="10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Needs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isolated egress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Low-jitter paths for long tasks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Caps, top-ups and revocation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human signup or subscription</a:t>
            </a:r>
            <a:endParaRPr lang="en-US" sz="1080" dirty="0"/>
          </a:p>
        </p:txBody>
      </p:sp>
      <p:sp>
        <p:nvSpPr>
          <p:cNvPr id="5" name="Text 3"/>
          <p:cNvSpPr/>
          <p:nvPr/>
        </p:nvSpPr>
        <p:spPr>
          <a:xfrm>
            <a:off x="609600" y="4250000"/>
            <a:ext cx="79248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0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Insight: agents need network access that software can buy, cap, top up and revoke.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software needs network access, but VPNs are built for humans.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Signup, cards and dashboards block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accounts are hard to cap or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Best-effort internet routes create jitter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can pay for APIs, but cannot reliably buy the network path required to use them.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turns connectivity into a paid API call.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endpoint in pay-skills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Receive MPP / HTTP 402 payment challenge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USDC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a prepaid WireGuard config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Meter, top up or revoke the session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-&gt; pay.sh gateway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MPP / HTTP 402 challenge -&gt; Solana SPL USDC payment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 API -&gt; control plane -&gt; gate agents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routes traffic over DoubleZero-optimized paths</a:t>
            </a:r>
            <a:endParaRPr lang="en-US" sz="10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Metering records time, bandwidth, top-ups and revoke state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Competitors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different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Traditional VPNs: human signup and subscriptions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proxies: HTTP-only, weak full-tunnel coverage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Self-hosted WireGuard: ops burden, no payment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Hyperspace: agent-paid prepaid WireGuard with route health and DoubleZero paths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Current stage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 now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 UI + customer API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plane + gate agents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London / Helsinki / Stavanger staging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 issue, download and revoke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 MPP payment smoke test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Byte-level enforcement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pay.sh listing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gates and route SLAs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Long-running agent sessions</a:t>
            </a:r>
            <a:endParaRPr lang="en-US" sz="10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Slide 9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Andrey Manolov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&amp; CTO</a:t>
            </a:r>
            <a:endParaRPr lang="en-US" sz="110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15+ years building and scaling technical products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Deputy CEO at Cambrian, Solana restaking devtools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Partnerships with Jito Labs, Solayer, Fragmetric and KyrosFi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since 2022: two Hacker Houses, Breakpoint 2024, Crossroads 2025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2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stakr.space</a:t>
            </a:r>
            <a:endParaRPr lang="en-US" sz="12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1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Solana validator since 2021</a:t>
            </a:r>
            <a:endParaRPr lang="en-US" sz="110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4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@stakrspace</a:t>
            </a:r>
            <a:endParaRPr lang="en-US" sz="104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Validator and node infrastructure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operations, Linux networking and monitoring</a:t>
            </a:r>
            <a:endParaRPr lang="en-US" sz="98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9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Reliability for Solana and Hyperspace infra</a:t>
            </a:r>
            <a:endParaRPr lang="en-US" sz="9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Slide 1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7924800" cy="2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Project: Hyperspace</a:t>
            </a:r>
            <a:endParaRPr lang="en-US" sz="112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Website: https://hyperspace.zone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Email: gatekeepers@hyperspace.zone</a:t>
            </a:r>
            <a:endParaRPr lang="en-US" sz="1080" dirty="0"/>
          </a:p>
          <a:p>
            <a:pPr marL="0" indent="0" algn="l">
              <a:lnSpc>
                <a:spcPts val="1450"/>
              </a:lnSpc>
              <a:buNone/>
            </a:pPr>
            <a:r>
              <a:rPr lang="en-US" sz="108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Telegram: @yadren_a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Slide 1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30000"/>
            <a:ext cx="79248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80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proof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09600" y="1500000"/>
            <a:ext cx="39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Payment smoke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Mainnet-beta payment confirmed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paid 0.000001 USDC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wallet received funds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WireGuard config issued and revoked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5067300" y="1500000"/>
            <a:ext cx="360000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112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ask</a:t>
            </a:r>
            <a:endParaRPr lang="en-US" sz="112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agent-native paid connectivity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hosted agents and crawlers</a:t>
            </a:r>
            <a:endParaRPr lang="en-US" sz="1060" dirty="0"/>
          </a:p>
          <a:p>
            <a:pPr marL="342900" indent="-342900" algn="l">
              <a:lnSpc>
                <a:spcPts val="1450"/>
              </a:lnSpc>
              <a:buSzPct val="100000"/>
              <a:buChar char="•"/>
            </a:pPr>
            <a:r>
              <a:rPr lang="en-US" sz="1060" kern="0" spc="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Partner with Solana RPC and indexer teams</a:t>
            </a:r>
            <a:endParaRPr lang="en-US" sz="10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309</Words>
  <Application>Microsoft Office PowerPoint</Application>
  <PresentationFormat>On-screen Show (16:9)</PresentationFormat>
  <Paragraphs>58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Andrey Ilich Manolov</cp:lastModifiedBy>
  <cp:revision>2</cp:revision>
  <dcterms:created xsi:type="dcterms:W3CDTF">2026-05-12T06:06:47Z</dcterms:created>
  <dcterms:modified xsi:type="dcterms:W3CDTF">2026-05-12T06:08:31Z</dcterms:modified>
</cp:coreProperties>
</file>